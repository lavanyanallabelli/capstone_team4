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9" r:id="rId1"/>
  </p:sldMasterIdLst>
  <p:sldIdLst>
    <p:sldId id="259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7" d="100"/>
          <a:sy n="57" d="100"/>
        </p:scale>
        <p:origin x="140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pPr algn="l"/>
            <a:fld id="{0DCFB061-4267-4D9F-8017-6F550D3068DF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7482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8082C-0922-4249-A612-B415F5231620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679671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9CABC0C-B6DF-45E9-B954-11C99AA62C3E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336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8082C-0922-4249-A612-B415F5231620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61097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8082C-0922-4249-A612-B415F5231620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641314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D215-1C45-48A0-8534-39FFE8A7C95A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8794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63A0F-DEF3-4134-98D0-2E1276938A8B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289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8082C-0922-4249-A612-B415F5231620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60132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DEA15-09CD-4275-A8E0-385C965F48B0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3342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8082C-0922-4249-A612-B415F5231620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8131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AF8082C-0922-4249-A612-B415F5231620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5449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AF8082C-0922-4249-A612-B415F5231620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3464074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AF8082C-0922-4249-A612-B415F5231620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0749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8082C-0922-4249-A612-B415F5231620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85234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8082C-0922-4249-A612-B415F5231620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608970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8082C-0922-4249-A612-B415F5231620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27100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AF8082C-0922-4249-A612-B415F5231620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052730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F8082C-0922-4249-A612-B415F5231620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0504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2" r:id="rId3"/>
    <p:sldLayoutId id="2147483863" r:id="rId4"/>
    <p:sldLayoutId id="2147483864" r:id="rId5"/>
    <p:sldLayoutId id="2147483865" r:id="rId6"/>
    <p:sldLayoutId id="2147483866" r:id="rId7"/>
    <p:sldLayoutId id="2147483867" r:id="rId8"/>
    <p:sldLayoutId id="2147483868" r:id="rId9"/>
    <p:sldLayoutId id="2147483869" r:id="rId10"/>
    <p:sldLayoutId id="2147483870" r:id="rId11"/>
    <p:sldLayoutId id="2147483871" r:id="rId12"/>
    <p:sldLayoutId id="2147483872" r:id="rId13"/>
    <p:sldLayoutId id="2147483873" r:id="rId14"/>
    <p:sldLayoutId id="2147483874" r:id="rId15"/>
    <p:sldLayoutId id="2147483875" r:id="rId16"/>
    <p:sldLayoutId id="2147483876" r:id="rId17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3000"/>
                <a:shade val="98000"/>
                <a:satMod val="150000"/>
                <a:lumMod val="102000"/>
              </a:schemeClr>
            </a:gs>
            <a:gs pos="50000">
              <a:schemeClr val="bg1">
                <a:tint val="98000"/>
                <a:shade val="90000"/>
                <a:satMod val="130000"/>
                <a:lumMod val="103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A22DDE2-FB2D-421B-B377-F9AD495CE9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6A3F16E-CC60-4737-8CBB-9568A351D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DABE73-66EA-42B0-AB0A-9FB1C0AD7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06393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E4917B9-5D95-4999-9E13-3568EDD42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31" r="43746" b="531"/>
          <a:stretch/>
        </p:blipFill>
        <p:spPr>
          <a:xfrm rot="5400000" flipH="1" flipV="1">
            <a:off x="-1264032" y="2187576"/>
            <a:ext cx="6857999" cy="24828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4F3C2EB-557C-FE41-A1FC-C43B3BB70528}"/>
              </a:ext>
            </a:extLst>
          </p:cNvPr>
          <p:cNvSpPr txBox="1"/>
          <p:nvPr/>
        </p:nvSpPr>
        <p:spPr>
          <a:xfrm>
            <a:off x="3666588" y="2584295"/>
            <a:ext cx="8525412" cy="35897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400" b="1" dirty="0"/>
              <a:t>GitHub URL: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400" dirty="0"/>
              <a:t>https://github.com/lavanyanallabelli/Capstone_team4/ </a:t>
            </a:r>
          </a:p>
        </p:txBody>
      </p:sp>
    </p:spTree>
    <p:extLst>
      <p:ext uri="{BB962C8B-B14F-4D97-AF65-F5344CB8AC3E}">
        <p14:creationId xmlns:p14="http://schemas.microsoft.com/office/powerpoint/2010/main" val="11340778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BDFADFB3-3D44-49A8-AE3B-A87C61607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B912AE0-CAD9-4F8F-A2A2-BDF07D4ED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7E876D-7690-A7D8-3565-35FCA1835D8C}"/>
              </a:ext>
            </a:extLst>
          </p:cNvPr>
          <p:cNvSpPr txBox="1"/>
          <p:nvPr/>
        </p:nvSpPr>
        <p:spPr>
          <a:xfrm>
            <a:off x="567904" y="41727"/>
            <a:ext cx="6557725" cy="9098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cap="all" spc="150">
                <a:effectLst/>
                <a:latin typeface="Meiryo" panose="020B0604030504040204" pitchFamily="34" charset="-128"/>
                <a:ea typeface="Meiryo" panose="020B0604030504040204" pitchFamily="34" charset="-128"/>
                <a:cs typeface="+mj-cs"/>
              </a:rPr>
              <a:t>REPOSITORY STRUCTURE</a:t>
            </a:r>
            <a:endParaRPr lang="en-US" sz="3200" cap="all" dirty="0">
              <a:latin typeface="Meiryo" panose="020B0604030504040204" pitchFamily="34" charset="-128"/>
              <a:ea typeface="Meiryo" panose="020B0604030504040204" pitchFamily="34" charset="-128"/>
              <a:cs typeface="+mj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A0AE57C-30AD-4D4E-9855-B5FBEAD66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4360126"/>
            <a:ext cx="12192000" cy="24978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31DDEA-2F14-AD8B-0D86-F876468046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904" y="1175673"/>
            <a:ext cx="10702504" cy="5458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91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34121-BAFA-8B2D-202D-FE70042B7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13376C0-FF1B-CC0A-12FE-DF167335C4B8}"/>
              </a:ext>
            </a:extLst>
          </p:cNvPr>
          <p:cNvSpPr txBox="1"/>
          <p:nvPr/>
        </p:nvSpPr>
        <p:spPr>
          <a:xfrm>
            <a:off x="505870" y="227091"/>
            <a:ext cx="62195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kern="1200" spc="150" baseline="0" dirty="0">
                <a:effectLst/>
                <a:latin typeface="Meiryo" panose="020B0604030504040204" pitchFamily="34" charset="-128"/>
                <a:ea typeface="+mj-ea"/>
                <a:cs typeface="+mj-cs"/>
              </a:rPr>
              <a:t>REPOSITORY STRUCTURE</a:t>
            </a:r>
            <a:endParaRPr lang="en-US" sz="3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762423-F6A8-EDE8-8B1B-3886411FD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870" y="995714"/>
            <a:ext cx="11378899" cy="572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431852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70</TotalTime>
  <Words>19</Words>
  <Application>Microsoft Office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Meiryo</vt:lpstr>
      <vt:lpstr>Arial</vt:lpstr>
      <vt:lpstr>Century Gothic</vt:lpstr>
      <vt:lpstr>Vapor Trail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Swathi Nagalla</dc:creator>
  <cp:lastModifiedBy>Swathi Nagalla</cp:lastModifiedBy>
  <cp:revision>4</cp:revision>
  <dcterms:created xsi:type="dcterms:W3CDTF">2025-10-26T15:22:15Z</dcterms:created>
  <dcterms:modified xsi:type="dcterms:W3CDTF">2025-10-26T16:32:34Z</dcterms:modified>
</cp:coreProperties>
</file>