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92" r:id="rId5"/>
    <p:sldId id="277" r:id="rId6"/>
    <p:sldId id="296" r:id="rId7"/>
    <p:sldId id="297" r:id="rId8"/>
    <p:sldId id="298" r:id="rId9"/>
    <p:sldId id="299" r:id="rId10"/>
    <p:sldId id="289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6992"/>
    <a:srgbClr val="AEC2D8"/>
    <a:srgbClr val="98432A"/>
    <a:srgbClr val="D84400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6B52B7-6139-4D12-BAF9-F521906E969F}" v="13" dt="2025-10-28T16:09:28.3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634"/>
  </p:normalViewPr>
  <p:slideViewPr>
    <p:cSldViewPr snapToGrid="0" showGuides="1">
      <p:cViewPr varScale="1">
        <p:scale>
          <a:sx n="111" d="100"/>
          <a:sy n="111" d="100"/>
        </p:scale>
        <p:origin x="594" y="96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Dinesh Reddy" userId="1a556959e3af3e05" providerId="LiveId" clId="{860CEE96-3874-46B1-9699-BDD1D8C3C51B}"/>
    <pc:docChg chg="undo custSel addSld delSld modSld sldOrd">
      <pc:chgData name="Sai Dinesh Reddy" userId="1a556959e3af3e05" providerId="LiveId" clId="{860CEE96-3874-46B1-9699-BDD1D8C3C51B}" dt="2025-10-28T16:19:42.536" v="231" actId="20577"/>
      <pc:docMkLst>
        <pc:docMk/>
      </pc:docMkLst>
      <pc:sldChg chg="del">
        <pc:chgData name="Sai Dinesh Reddy" userId="1a556959e3af3e05" providerId="LiveId" clId="{860CEE96-3874-46B1-9699-BDD1D8C3C51B}" dt="2025-10-28T14:46:29.796" v="65" actId="2696"/>
        <pc:sldMkLst>
          <pc:docMk/>
          <pc:sldMk cId="2775535166" sldId="275"/>
        </pc:sldMkLst>
      </pc:sldChg>
      <pc:sldChg chg="del">
        <pc:chgData name="Sai Dinesh Reddy" userId="1a556959e3af3e05" providerId="LiveId" clId="{860CEE96-3874-46B1-9699-BDD1D8C3C51B}" dt="2025-10-28T15:35:21.370" v="219" actId="2696"/>
        <pc:sldMkLst>
          <pc:docMk/>
          <pc:sldMk cId="77554804" sldId="276"/>
        </pc:sldMkLst>
      </pc:sldChg>
      <pc:sldChg chg="addSp delSp modSp mod">
        <pc:chgData name="Sai Dinesh Reddy" userId="1a556959e3af3e05" providerId="LiveId" clId="{860CEE96-3874-46B1-9699-BDD1D8C3C51B}" dt="2025-10-28T15:06:36.013" v="179" actId="14100"/>
        <pc:sldMkLst>
          <pc:docMk/>
          <pc:sldMk cId="2478079616" sldId="277"/>
        </pc:sldMkLst>
        <pc:spChg chg="del mod">
          <ac:chgData name="Sai Dinesh Reddy" userId="1a556959e3af3e05" providerId="LiveId" clId="{860CEE96-3874-46B1-9699-BDD1D8C3C51B}" dt="2025-10-28T14:47:22.730" v="68" actId="478"/>
          <ac:spMkLst>
            <pc:docMk/>
            <pc:sldMk cId="2478079616" sldId="277"/>
            <ac:spMk id="9" creationId="{38AB2EF3-AA5D-E02B-9636-5AB64278DE6D}"/>
          </ac:spMkLst>
        </pc:spChg>
        <pc:spChg chg="add del mod">
          <ac:chgData name="Sai Dinesh Reddy" userId="1a556959e3af3e05" providerId="LiveId" clId="{860CEE96-3874-46B1-9699-BDD1D8C3C51B}" dt="2025-10-28T14:47:33.382" v="69" actId="478"/>
          <ac:spMkLst>
            <pc:docMk/>
            <pc:sldMk cId="2478079616" sldId="277"/>
            <ac:spMk id="11" creationId="{CE122406-7AC6-7C2A-5715-0D85974F4E7B}"/>
          </ac:spMkLst>
        </pc:spChg>
        <pc:spChg chg="mod">
          <ac:chgData name="Sai Dinesh Reddy" userId="1a556959e3af3e05" providerId="LiveId" clId="{860CEE96-3874-46B1-9699-BDD1D8C3C51B}" dt="2025-10-28T15:06:36.013" v="179" actId="14100"/>
          <ac:spMkLst>
            <pc:docMk/>
            <pc:sldMk cId="2478079616" sldId="277"/>
            <ac:spMk id="22" creationId="{1B433EFF-A975-5059-51E6-FB1B116AC576}"/>
          </ac:spMkLst>
        </pc:spChg>
        <pc:picChg chg="del">
          <ac:chgData name="Sai Dinesh Reddy" userId="1a556959e3af3e05" providerId="LiveId" clId="{860CEE96-3874-46B1-9699-BDD1D8C3C51B}" dt="2025-10-28T14:47:04.988" v="66" actId="478"/>
          <ac:picMkLst>
            <pc:docMk/>
            <pc:sldMk cId="2478079616" sldId="277"/>
            <ac:picMk id="4" creationId="{B582BADF-0F61-28A9-171B-AF2D40543FAA}"/>
          </ac:picMkLst>
        </pc:picChg>
        <pc:picChg chg="add mod">
          <ac:chgData name="Sai Dinesh Reddy" userId="1a556959e3af3e05" providerId="LiveId" clId="{860CEE96-3874-46B1-9699-BDD1D8C3C51B}" dt="2025-10-28T15:00:25.137" v="150" actId="14100"/>
          <ac:picMkLst>
            <pc:docMk/>
            <pc:sldMk cId="2478079616" sldId="277"/>
            <ac:picMk id="14" creationId="{B4E04BA7-75D5-361C-F79B-B7AB712F82B5}"/>
          </ac:picMkLst>
        </pc:picChg>
      </pc:sldChg>
      <pc:sldChg chg="del">
        <pc:chgData name="Sai Dinesh Reddy" userId="1a556959e3af3e05" providerId="LiveId" clId="{860CEE96-3874-46B1-9699-BDD1D8C3C51B}" dt="2025-10-28T15:05:04.320" v="166" actId="2696"/>
        <pc:sldMkLst>
          <pc:docMk/>
          <pc:sldMk cId="1640288181" sldId="278"/>
        </pc:sldMkLst>
      </pc:sldChg>
      <pc:sldChg chg="del">
        <pc:chgData name="Sai Dinesh Reddy" userId="1a556959e3af3e05" providerId="LiveId" clId="{860CEE96-3874-46B1-9699-BDD1D8C3C51B}" dt="2025-10-28T15:05:07.080" v="167" actId="2696"/>
        <pc:sldMkLst>
          <pc:docMk/>
          <pc:sldMk cId="1246021298" sldId="279"/>
        </pc:sldMkLst>
      </pc:sldChg>
      <pc:sldChg chg="del">
        <pc:chgData name="Sai Dinesh Reddy" userId="1a556959e3af3e05" providerId="LiveId" clId="{860CEE96-3874-46B1-9699-BDD1D8C3C51B}" dt="2025-10-28T15:05:23.202" v="168" actId="2696"/>
        <pc:sldMkLst>
          <pc:docMk/>
          <pc:sldMk cId="2107888131" sldId="281"/>
        </pc:sldMkLst>
      </pc:sldChg>
      <pc:sldChg chg="del">
        <pc:chgData name="Sai Dinesh Reddy" userId="1a556959e3af3e05" providerId="LiveId" clId="{860CEE96-3874-46B1-9699-BDD1D8C3C51B}" dt="2025-10-28T15:05:51.814" v="174" actId="2696"/>
        <pc:sldMkLst>
          <pc:docMk/>
          <pc:sldMk cId="2624021206" sldId="284"/>
        </pc:sldMkLst>
      </pc:sldChg>
      <pc:sldChg chg="delSp del mod">
        <pc:chgData name="Sai Dinesh Reddy" userId="1a556959e3af3e05" providerId="LiveId" clId="{860CEE96-3874-46B1-9699-BDD1D8C3C51B}" dt="2025-10-28T15:14:10.950" v="209" actId="2696"/>
        <pc:sldMkLst>
          <pc:docMk/>
          <pc:sldMk cId="4157533387" sldId="288"/>
        </pc:sldMkLst>
        <pc:picChg chg="del">
          <ac:chgData name="Sai Dinesh Reddy" userId="1a556959e3af3e05" providerId="LiveId" clId="{860CEE96-3874-46B1-9699-BDD1D8C3C51B}" dt="2025-10-28T15:06:14.380" v="177" actId="478"/>
          <ac:picMkLst>
            <pc:docMk/>
            <pc:sldMk cId="4157533387" sldId="288"/>
            <ac:picMk id="2" creationId="{AE5766E5-1D49-21CF-946F-13EBB732824D}"/>
          </ac:picMkLst>
        </pc:picChg>
      </pc:sldChg>
      <pc:sldChg chg="addSp delSp modSp mod">
        <pc:chgData name="Sai Dinesh Reddy" userId="1a556959e3af3e05" providerId="LiveId" clId="{860CEE96-3874-46B1-9699-BDD1D8C3C51B}" dt="2025-10-28T15:25:27.405" v="218" actId="478"/>
        <pc:sldMkLst>
          <pc:docMk/>
          <pc:sldMk cId="529279411" sldId="289"/>
        </pc:sldMkLst>
        <pc:spChg chg="add del mod">
          <ac:chgData name="Sai Dinesh Reddy" userId="1a556959e3af3e05" providerId="LiveId" clId="{860CEE96-3874-46B1-9699-BDD1D8C3C51B}" dt="2025-10-28T15:15:11.579" v="212" actId="478"/>
          <ac:spMkLst>
            <pc:docMk/>
            <pc:sldMk cId="529279411" sldId="289"/>
            <ac:spMk id="4" creationId="{05AEE68F-F70D-35D6-1E64-73AECDF66164}"/>
          </ac:spMkLst>
        </pc:spChg>
        <pc:spChg chg="add del mod">
          <ac:chgData name="Sai Dinesh Reddy" userId="1a556959e3af3e05" providerId="LiveId" clId="{860CEE96-3874-46B1-9699-BDD1D8C3C51B}" dt="2025-10-28T15:25:25.192" v="217"/>
          <ac:spMkLst>
            <pc:docMk/>
            <pc:sldMk cId="529279411" sldId="289"/>
            <ac:spMk id="7" creationId="{9B735E06-4077-63CB-EDE9-F5E16CD38747}"/>
          </ac:spMkLst>
        </pc:spChg>
        <pc:spChg chg="mod">
          <ac:chgData name="Sai Dinesh Reddy" userId="1a556959e3af3e05" providerId="LiveId" clId="{860CEE96-3874-46B1-9699-BDD1D8C3C51B}" dt="2025-10-28T15:17:16.809" v="214" actId="14100"/>
          <ac:spMkLst>
            <pc:docMk/>
            <pc:sldMk cId="529279411" sldId="289"/>
            <ac:spMk id="24" creationId="{AD2C8D04-263D-9589-1CFF-A5968D7C33D7}"/>
          </ac:spMkLst>
        </pc:spChg>
        <pc:spChg chg="del mod">
          <ac:chgData name="Sai Dinesh Reddy" userId="1a556959e3af3e05" providerId="LiveId" clId="{860CEE96-3874-46B1-9699-BDD1D8C3C51B}" dt="2025-10-28T15:15:08.734" v="211" actId="478"/>
          <ac:spMkLst>
            <pc:docMk/>
            <pc:sldMk cId="529279411" sldId="289"/>
            <ac:spMk id="25" creationId="{B993E4D5-4AD0-4740-096D-6822944C8FF6}"/>
          </ac:spMkLst>
        </pc:spChg>
        <pc:picChg chg="del">
          <ac:chgData name="Sai Dinesh Reddy" userId="1a556959e3af3e05" providerId="LiveId" clId="{860CEE96-3874-46B1-9699-BDD1D8C3C51B}" dt="2025-10-28T15:06:24.122" v="178" actId="478"/>
          <ac:picMkLst>
            <pc:docMk/>
            <pc:sldMk cId="529279411" sldId="289"/>
            <ac:picMk id="2" creationId="{F560D460-AA0F-B7E5-6501-9CD28F529A2E}"/>
          </ac:picMkLst>
        </pc:picChg>
        <pc:picChg chg="add del mod">
          <ac:chgData name="Sai Dinesh Reddy" userId="1a556959e3af3e05" providerId="LiveId" clId="{860CEE96-3874-46B1-9699-BDD1D8C3C51B}" dt="2025-10-28T15:25:27.405" v="218" actId="478"/>
          <ac:picMkLst>
            <pc:docMk/>
            <pc:sldMk cId="529279411" sldId="289"/>
            <ac:picMk id="5" creationId="{8275ACAE-1CBF-8D1C-561C-EA6D129865DE}"/>
          </ac:picMkLst>
        </pc:picChg>
        <pc:picChg chg="add mod">
          <ac:chgData name="Sai Dinesh Reddy" userId="1a556959e3af3e05" providerId="LiveId" clId="{860CEE96-3874-46B1-9699-BDD1D8C3C51B}" dt="2025-10-28T15:25:25.192" v="217"/>
          <ac:picMkLst>
            <pc:docMk/>
            <pc:sldMk cId="529279411" sldId="289"/>
            <ac:picMk id="8" creationId="{06E34497-35A7-93B5-6AAE-9FA40A1BE90E}"/>
          </ac:picMkLst>
        </pc:picChg>
        <pc:picChg chg="del">
          <ac:chgData name="Sai Dinesh Reddy" userId="1a556959e3af3e05" providerId="LiveId" clId="{860CEE96-3874-46B1-9699-BDD1D8C3C51B}" dt="2025-10-28T15:25:10.690" v="216" actId="478"/>
          <ac:picMkLst>
            <pc:docMk/>
            <pc:sldMk cId="529279411" sldId="289"/>
            <ac:picMk id="14" creationId="{496155F4-61B2-441D-9F16-788866450DA2}"/>
          </ac:picMkLst>
        </pc:picChg>
      </pc:sldChg>
      <pc:sldChg chg="addSp delSp modSp mod">
        <pc:chgData name="Sai Dinesh Reddy" userId="1a556959e3af3e05" providerId="LiveId" clId="{860CEE96-3874-46B1-9699-BDD1D8C3C51B}" dt="2025-10-28T16:19:42.536" v="231" actId="20577"/>
        <pc:sldMkLst>
          <pc:docMk/>
          <pc:sldMk cId="3898447929" sldId="292"/>
        </pc:sldMkLst>
        <pc:spChg chg="add del mod">
          <ac:chgData name="Sai Dinesh Reddy" userId="1a556959e3af3e05" providerId="LiveId" clId="{860CEE96-3874-46B1-9699-BDD1D8C3C51B}" dt="2025-10-28T14:42:05.204" v="40" actId="931"/>
          <ac:spMkLst>
            <pc:docMk/>
            <pc:sldMk cId="3898447929" sldId="292"/>
            <ac:spMk id="4" creationId="{594DF9F0-C774-4670-631E-57DC12C35A7F}"/>
          </ac:spMkLst>
        </pc:spChg>
        <pc:spChg chg="mod">
          <ac:chgData name="Sai Dinesh Reddy" userId="1a556959e3af3e05" providerId="LiveId" clId="{860CEE96-3874-46B1-9699-BDD1D8C3C51B}" dt="2025-10-28T14:33:07.689" v="14" actId="20577"/>
          <ac:spMkLst>
            <pc:docMk/>
            <pc:sldMk cId="3898447929" sldId="292"/>
            <ac:spMk id="7" creationId="{93A3B864-5E85-99D2-93E5-5CA1F4F35DC7}"/>
          </ac:spMkLst>
        </pc:spChg>
        <pc:spChg chg="mod">
          <ac:chgData name="Sai Dinesh Reddy" userId="1a556959e3af3e05" providerId="LiveId" clId="{860CEE96-3874-46B1-9699-BDD1D8C3C51B}" dt="2025-10-28T16:19:42.536" v="231" actId="20577"/>
          <ac:spMkLst>
            <pc:docMk/>
            <pc:sldMk cId="3898447929" sldId="292"/>
            <ac:spMk id="9" creationId="{485E0237-B9A1-0B58-E0AA-05EF84817EB4}"/>
          </ac:spMkLst>
        </pc:spChg>
        <pc:picChg chg="add mod modCrop">
          <ac:chgData name="Sai Dinesh Reddy" userId="1a556959e3af3e05" providerId="LiveId" clId="{860CEE96-3874-46B1-9699-BDD1D8C3C51B}" dt="2025-10-28T14:45:47.986" v="64" actId="18131"/>
          <ac:picMkLst>
            <pc:docMk/>
            <pc:sldMk cId="3898447929" sldId="292"/>
            <ac:picMk id="6" creationId="{9AF2A298-3535-D8FC-577F-A7BC992867F2}"/>
          </ac:picMkLst>
        </pc:picChg>
        <pc:picChg chg="del">
          <ac:chgData name="Sai Dinesh Reddy" userId="1a556959e3af3e05" providerId="LiveId" clId="{860CEE96-3874-46B1-9699-BDD1D8C3C51B}" dt="2025-10-28T14:41:34.572" v="39" actId="478"/>
          <ac:picMkLst>
            <pc:docMk/>
            <pc:sldMk cId="3898447929" sldId="292"/>
            <ac:picMk id="30" creationId="{18C88B4D-F554-49C2-A23C-DFE94D4C835B}"/>
          </ac:picMkLst>
        </pc:picChg>
      </pc:sldChg>
      <pc:sldChg chg="delSp del mod">
        <pc:chgData name="Sai Dinesh Reddy" userId="1a556959e3af3e05" providerId="LiveId" clId="{860CEE96-3874-46B1-9699-BDD1D8C3C51B}" dt="2025-10-28T15:13:59.511" v="207" actId="2696"/>
        <pc:sldMkLst>
          <pc:docMk/>
          <pc:sldMk cId="4182148033" sldId="293"/>
        </pc:sldMkLst>
        <pc:picChg chg="del">
          <ac:chgData name="Sai Dinesh Reddy" userId="1a556959e3af3e05" providerId="LiveId" clId="{860CEE96-3874-46B1-9699-BDD1D8C3C51B}" dt="2025-10-28T15:06:09.856" v="176" actId="478"/>
          <ac:picMkLst>
            <pc:docMk/>
            <pc:sldMk cId="4182148033" sldId="293"/>
            <ac:picMk id="2" creationId="{5006F569-A659-CB3B-2C04-F7212ABC47F9}"/>
          </ac:picMkLst>
        </pc:picChg>
      </pc:sldChg>
      <pc:sldChg chg="del">
        <pc:chgData name="Sai Dinesh Reddy" userId="1a556959e3af3e05" providerId="LiveId" clId="{860CEE96-3874-46B1-9699-BDD1D8C3C51B}" dt="2025-10-28T15:05:37.936" v="171" actId="2696"/>
        <pc:sldMkLst>
          <pc:docMk/>
          <pc:sldMk cId="32955924" sldId="294"/>
        </pc:sldMkLst>
      </pc:sldChg>
      <pc:sldChg chg="delSp del mod">
        <pc:chgData name="Sai Dinesh Reddy" userId="1a556959e3af3e05" providerId="LiveId" clId="{860CEE96-3874-46B1-9699-BDD1D8C3C51B}" dt="2025-10-28T15:14:02.367" v="208" actId="2696"/>
        <pc:sldMkLst>
          <pc:docMk/>
          <pc:sldMk cId="2519727083" sldId="295"/>
        </pc:sldMkLst>
        <pc:picChg chg="del">
          <ac:chgData name="Sai Dinesh Reddy" userId="1a556959e3af3e05" providerId="LiveId" clId="{860CEE96-3874-46B1-9699-BDD1D8C3C51B}" dt="2025-10-28T15:06:04.148" v="175" actId="478"/>
          <ac:picMkLst>
            <pc:docMk/>
            <pc:sldMk cId="2519727083" sldId="295"/>
            <ac:picMk id="2" creationId="{89014638-7C66-2E1F-A0D6-268B9F6A49E5}"/>
          </ac:picMkLst>
        </pc:picChg>
      </pc:sldChg>
      <pc:sldChg chg="addSp delSp modSp add mod">
        <pc:chgData name="Sai Dinesh Reddy" userId="1a556959e3af3e05" providerId="LiveId" clId="{860CEE96-3874-46B1-9699-BDD1D8C3C51B}" dt="2025-10-28T15:04:46.437" v="165" actId="478"/>
        <pc:sldMkLst>
          <pc:docMk/>
          <pc:sldMk cId="1254639047" sldId="296"/>
        </pc:sldMkLst>
        <pc:spChg chg="del mod">
          <ac:chgData name="Sai Dinesh Reddy" userId="1a556959e3af3e05" providerId="LiveId" clId="{860CEE96-3874-46B1-9699-BDD1D8C3C51B}" dt="2025-10-28T15:04:46.437" v="165" actId="478"/>
          <ac:spMkLst>
            <pc:docMk/>
            <pc:sldMk cId="1254639047" sldId="296"/>
            <ac:spMk id="17" creationId="{15FBE554-6716-FDBD-6E99-DDBC1D6C16CC}"/>
          </ac:spMkLst>
        </pc:spChg>
        <pc:spChg chg="mod">
          <ac:chgData name="Sai Dinesh Reddy" userId="1a556959e3af3e05" providerId="LiveId" clId="{860CEE96-3874-46B1-9699-BDD1D8C3C51B}" dt="2025-10-28T15:04:30.032" v="162" actId="1076"/>
          <ac:spMkLst>
            <pc:docMk/>
            <pc:sldMk cId="1254639047" sldId="296"/>
            <ac:spMk id="22" creationId="{24E6120C-0891-891F-6638-0ABFBAADEE2B}"/>
          </ac:spMkLst>
        </pc:spChg>
        <pc:picChg chg="add mod">
          <ac:chgData name="Sai Dinesh Reddy" userId="1a556959e3af3e05" providerId="LiveId" clId="{860CEE96-3874-46B1-9699-BDD1D8C3C51B}" dt="2025-10-28T15:02:40.278" v="155" actId="14100"/>
          <ac:picMkLst>
            <pc:docMk/>
            <pc:sldMk cId="1254639047" sldId="296"/>
            <ac:picMk id="3" creationId="{02A57E2D-C517-06FE-1480-C460973114DC}"/>
          </ac:picMkLst>
        </pc:picChg>
      </pc:sldChg>
      <pc:sldChg chg="add del">
        <pc:chgData name="Sai Dinesh Reddy" userId="1a556959e3af3e05" providerId="LiveId" clId="{860CEE96-3874-46B1-9699-BDD1D8C3C51B}" dt="2025-10-28T15:05:47.875" v="173" actId="2696"/>
        <pc:sldMkLst>
          <pc:docMk/>
          <pc:sldMk cId="1379983381" sldId="297"/>
        </pc:sldMkLst>
      </pc:sldChg>
      <pc:sldChg chg="add del">
        <pc:chgData name="Sai Dinesh Reddy" userId="1a556959e3af3e05" providerId="LiveId" clId="{860CEE96-3874-46B1-9699-BDD1D8C3C51B}" dt="2025-10-28T15:05:35.174" v="170" actId="2696"/>
        <pc:sldMkLst>
          <pc:docMk/>
          <pc:sldMk cId="3115877365" sldId="297"/>
        </pc:sldMkLst>
      </pc:sldChg>
      <pc:sldChg chg="addSp delSp modSp add mod ord">
        <pc:chgData name="Sai Dinesh Reddy" userId="1a556959e3af3e05" providerId="LiveId" clId="{860CEE96-3874-46B1-9699-BDD1D8C3C51B}" dt="2025-10-28T15:12:58.148" v="200"/>
        <pc:sldMkLst>
          <pc:docMk/>
          <pc:sldMk cId="3283566156" sldId="297"/>
        </pc:sldMkLst>
        <pc:spChg chg="mod">
          <ac:chgData name="Sai Dinesh Reddy" userId="1a556959e3af3e05" providerId="LiveId" clId="{860CEE96-3874-46B1-9699-BDD1D8C3C51B}" dt="2025-10-28T15:11:44.382" v="197" actId="255"/>
          <ac:spMkLst>
            <pc:docMk/>
            <pc:sldMk cId="3283566156" sldId="297"/>
            <ac:spMk id="22" creationId="{3FB1A8AB-C3EC-11BD-E634-7844477CD21C}"/>
          </ac:spMkLst>
        </pc:spChg>
        <pc:picChg chg="del">
          <ac:chgData name="Sai Dinesh Reddy" userId="1a556959e3af3e05" providerId="LiveId" clId="{860CEE96-3874-46B1-9699-BDD1D8C3C51B}" dt="2025-10-28T15:08:20.879" v="181" actId="478"/>
          <ac:picMkLst>
            <pc:docMk/>
            <pc:sldMk cId="3283566156" sldId="297"/>
            <ac:picMk id="3" creationId="{D4D02F03-02B7-FBE8-A126-0FEADBA44D73}"/>
          </ac:picMkLst>
        </pc:picChg>
        <pc:picChg chg="add mod">
          <ac:chgData name="Sai Dinesh Reddy" userId="1a556959e3af3e05" providerId="LiveId" clId="{860CEE96-3874-46B1-9699-BDD1D8C3C51B}" dt="2025-10-28T15:09:42.178" v="185" actId="1076"/>
          <ac:picMkLst>
            <pc:docMk/>
            <pc:sldMk cId="3283566156" sldId="297"/>
            <ac:picMk id="4" creationId="{DB3B9D72-E025-ED9C-33C6-7942ACDB0131}"/>
          </ac:picMkLst>
        </pc:picChg>
      </pc:sldChg>
      <pc:sldChg chg="addSp modSp add mod">
        <pc:chgData name="Sai Dinesh Reddy" userId="1a556959e3af3e05" providerId="LiveId" clId="{860CEE96-3874-46B1-9699-BDD1D8C3C51B}" dt="2025-10-28T15:13:35.774" v="206"/>
        <pc:sldMkLst>
          <pc:docMk/>
          <pc:sldMk cId="2942284050" sldId="298"/>
        </pc:sldMkLst>
        <pc:spChg chg="mod">
          <ac:chgData name="Sai Dinesh Reddy" userId="1a556959e3af3e05" providerId="LiveId" clId="{860CEE96-3874-46B1-9699-BDD1D8C3C51B}" dt="2025-10-28T15:13:35.774" v="206"/>
          <ac:spMkLst>
            <pc:docMk/>
            <pc:sldMk cId="2942284050" sldId="298"/>
            <ac:spMk id="22" creationId="{DBA35E09-5C3A-9A9C-AE48-9AAA77DCC669}"/>
          </ac:spMkLst>
        </pc:spChg>
        <pc:picChg chg="add mod">
          <ac:chgData name="Sai Dinesh Reddy" userId="1a556959e3af3e05" providerId="LiveId" clId="{860CEE96-3874-46B1-9699-BDD1D8C3C51B}" dt="2025-10-28T15:13:14.242" v="205" actId="14100"/>
          <ac:picMkLst>
            <pc:docMk/>
            <pc:sldMk cId="2942284050" sldId="298"/>
            <ac:picMk id="4" creationId="{0DCEA698-D71D-E0B2-1641-86E401793EEB}"/>
          </ac:picMkLst>
        </pc:picChg>
      </pc:sldChg>
      <pc:sldChg chg="addSp delSp modSp add mod">
        <pc:chgData name="Sai Dinesh Reddy" userId="1a556959e3af3e05" providerId="LiveId" clId="{860CEE96-3874-46B1-9699-BDD1D8C3C51B}" dt="2025-10-28T16:11:06.359" v="230" actId="14100"/>
        <pc:sldMkLst>
          <pc:docMk/>
          <pc:sldMk cId="1155719419" sldId="299"/>
        </pc:sldMkLst>
        <pc:spChg chg="mod">
          <ac:chgData name="Sai Dinesh Reddy" userId="1a556959e3af3e05" providerId="LiveId" clId="{860CEE96-3874-46B1-9699-BDD1D8C3C51B}" dt="2025-10-28T16:09:28.302" v="228"/>
          <ac:spMkLst>
            <pc:docMk/>
            <pc:sldMk cId="1155719419" sldId="299"/>
            <ac:spMk id="22" creationId="{CDE96482-3551-8583-97B2-A82CEC746662}"/>
          </ac:spMkLst>
        </pc:spChg>
        <pc:picChg chg="del">
          <ac:chgData name="Sai Dinesh Reddy" userId="1a556959e3af3e05" providerId="LiveId" clId="{860CEE96-3874-46B1-9699-BDD1D8C3C51B}" dt="2025-10-28T16:08:57.202" v="223" actId="478"/>
          <ac:picMkLst>
            <pc:docMk/>
            <pc:sldMk cId="1155719419" sldId="299"/>
            <ac:picMk id="3" creationId="{CC5DD4E3-039B-EA63-25AE-12316254A166}"/>
          </ac:picMkLst>
        </pc:picChg>
        <pc:picChg chg="del">
          <ac:chgData name="Sai Dinesh Reddy" userId="1a556959e3af3e05" providerId="LiveId" clId="{860CEE96-3874-46B1-9699-BDD1D8C3C51B}" dt="2025-10-28T16:08:48.898" v="222" actId="478"/>
          <ac:picMkLst>
            <pc:docMk/>
            <pc:sldMk cId="1155719419" sldId="299"/>
            <ac:picMk id="4" creationId="{FE02E318-F93D-74D4-2832-7A292C0E8041}"/>
          </ac:picMkLst>
        </pc:picChg>
        <pc:picChg chg="add mod">
          <ac:chgData name="Sai Dinesh Reddy" userId="1a556959e3af3e05" providerId="LiveId" clId="{860CEE96-3874-46B1-9699-BDD1D8C3C51B}" dt="2025-10-28T16:11:06.359" v="230" actId="14100"/>
          <ac:picMkLst>
            <pc:docMk/>
            <pc:sldMk cId="1155719419" sldId="299"/>
            <ac:picMk id="5" creationId="{6F18F7EB-4BDC-527D-2F3F-DBB02ADB035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D246-FB21-4ACB-9068-6447CC7872F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F3159-94EB-4F6B-8273-09F1A6B01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961386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57835-B84E-7BFF-ABFE-A49700773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917659-8BD0-34B9-D2FB-F670429D64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0A0866-C201-08E8-7B0B-FC61B6701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0B3ED-8B09-BE5F-0F2B-EEE5917F2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237389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A7973-D052-F7B4-0D72-062A3D442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94FBCF-72F5-61EA-D029-4C07B6AE9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DAFF50-F242-EC06-020C-96CC30A67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CAA55-2DB1-12C2-4FDB-72DA671284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4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653614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042AD-5878-6CA9-3BB7-3FB7D07FC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0BD2F4-AAAF-21B8-2948-7E978D2D4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2003F6-1353-55DA-916C-A68F64837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EF640-EB9B-8EFB-F691-C25BA73AC0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5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0934133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4ECB7-5EAF-D278-BA49-DB50A1527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D3BA01-5A78-4FD6-B420-E1CCC38523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2CB19E-3432-5785-8334-E1121ADBC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F4BB9-0195-BE63-D901-E34DA40B3A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6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7818695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7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077670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en-US" altLang="zh-CN" dirty="0"/>
              <a:t>WE-POS</a:t>
            </a:r>
            <a:br>
              <a:rPr lang="en-US" altLang="zh-CN" dirty="0"/>
            </a:br>
            <a:r>
              <a:rPr lang="en-US" altLang="zh-CN" dirty="0"/>
              <a:t>Jira Presentation</a:t>
            </a:r>
            <a:br>
              <a:rPr lang="en-US" altLang="zh-CN" dirty="0"/>
            </a:b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601366" y="4172084"/>
            <a:ext cx="3301938" cy="760288"/>
          </a:xfrm>
        </p:spPr>
        <p:txBody>
          <a:bodyPr/>
          <a:lstStyle/>
          <a:p>
            <a:r>
              <a:rPr lang="en-US" dirty="0"/>
              <a:t>Presenters</a:t>
            </a:r>
          </a:p>
          <a:p>
            <a:r>
              <a:rPr lang="en-US" dirty="0"/>
              <a:t> </a:t>
            </a:r>
            <a:r>
              <a:rPr lang="en-US" b="1" dirty="0"/>
              <a:t>Team-2</a:t>
            </a:r>
          </a:p>
        </p:txBody>
      </p:sp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01A79B69-242C-3AEB-4A42-7A606A54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7505" y="838985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4436" y="3694919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pic>
        <p:nvPicPr>
          <p:cNvPr id="6" name="Picture Placeholder 5" descr="A close-up of a touch screen&#10;&#10;AI-generated content may be incorrect.">
            <a:extLst>
              <a:ext uri="{FF2B5EF4-FFF2-40B4-BE49-F238E27FC236}">
                <a16:creationId xmlns:a16="http://schemas.microsoft.com/office/drawing/2014/main" id="{9AF2A298-3535-D8FC-577F-A7BC992867F2}"/>
              </a:ext>
            </a:extLst>
          </p:cNvPr>
          <p:cNvPicPr preferRelativeResize="0">
            <a:picLocks noGrp="1" noChangeAspect="1"/>
          </p:cNvPicPr>
          <p:nvPr>
            <p:ph type="pic" sz="quarter" idx="47"/>
          </p:nvPr>
        </p:nvPicPr>
        <p:blipFill>
          <a:blip r:embed="rId3"/>
          <a:srcRect l="12354" t="-11759" r="11202" b="-7442"/>
          <a:stretch>
            <a:fillRect/>
          </a:stretch>
        </p:blipFill>
        <p:spPr>
          <a:xfrm>
            <a:off x="6742557" y="357605"/>
            <a:ext cx="4752906" cy="4879413"/>
          </a:xfr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1B433EFF-A975-5059-51E6-FB1B116AC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77" y="274954"/>
            <a:ext cx="11504790" cy="971567"/>
          </a:xfrm>
        </p:spPr>
        <p:txBody>
          <a:bodyPr/>
          <a:lstStyle/>
          <a:p>
            <a:pPr algn="ctr"/>
            <a:r>
              <a:rPr lang="en-US" sz="1800" dirty="0"/>
              <a:t>JIRA</a:t>
            </a:r>
            <a:br>
              <a:rPr lang="en-US" sz="1800" dirty="0"/>
            </a:br>
            <a:r>
              <a:rPr lang="en-US" sz="1800" dirty="0"/>
              <a:t>The project site on the Atlassian Jira application is named as “WE-POS” a team-managed project on JIRA.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FCC7B00D-F236-C8E6-33B6-9E97FCCFAB01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>
          <a:xfrm>
            <a:off x="484632" y="621792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Presentation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9F4FAB1-D6B1-DA78-D60F-BAE79B2114F2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/>
              <a:pPr>
                <a:spcAft>
                  <a:spcPts val="600"/>
                </a:spcAft>
              </a:pPr>
              <a:t>2</a:t>
            </a:fld>
            <a:endParaRPr lang="en-US" altLang="zh-C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4E04BA7-75D5-361C-F79B-B7AB712F8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78" y="1246522"/>
            <a:ext cx="11504790" cy="533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079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A96AA-2C0A-C7A7-725C-599725EFC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24E6120C-0891-891F-6638-0ABFBAADE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7592" y="221948"/>
            <a:ext cx="6528932" cy="946484"/>
          </a:xfrm>
        </p:spPr>
        <p:txBody>
          <a:bodyPr/>
          <a:lstStyle/>
          <a:p>
            <a:pPr algn="ctr"/>
            <a:r>
              <a:rPr lang="en-US" sz="2400" dirty="0"/>
              <a:t>Epics and User Stories on JIRA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4B5FD64-26EA-440E-9689-D8EA243FF533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/>
              <a:pPr>
                <a:spcAft>
                  <a:spcPts val="600"/>
                </a:spcAft>
              </a:pPr>
              <a:t>3</a:t>
            </a:fld>
            <a:endParaRPr lang="en-US" altLang="zh-C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A57E2D-C517-06FE-1480-C46097311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12" y="1060315"/>
            <a:ext cx="11574614" cy="515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639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B2271-EF4E-C616-7B80-FFA3ADBFF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3FB1A8AB-C3EC-11BD-E634-7844477CD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3634" y="125696"/>
            <a:ext cx="6528932" cy="756620"/>
          </a:xfrm>
        </p:spPr>
        <p:txBody>
          <a:bodyPr/>
          <a:lstStyle/>
          <a:p>
            <a:pPr algn="ctr"/>
            <a:r>
              <a:rPr lang="en-US" sz="2800" dirty="0"/>
              <a:t> User Stories on JIRA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95C04EB-F6B9-1D5F-3F88-18A322C52B86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/>
              <a:pPr>
                <a:spcAft>
                  <a:spcPts val="600"/>
                </a:spcAft>
              </a:pPr>
              <a:t>4</a:t>
            </a:fld>
            <a:endParaRPr lang="en-US" altLang="zh-C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3B9D72-E025-ED9C-33C6-7942ACDB0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78" y="768798"/>
            <a:ext cx="11715644" cy="581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566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5A511-77F9-2926-71DF-020A062EB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DBA35E09-5C3A-9A9C-AE48-9AAA77DCC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7592" y="221948"/>
            <a:ext cx="6528932" cy="946484"/>
          </a:xfrm>
        </p:spPr>
        <p:txBody>
          <a:bodyPr/>
          <a:lstStyle/>
          <a:p>
            <a:pPr algn="ctr"/>
            <a:r>
              <a:rPr lang="en-US" sz="2400" dirty="0"/>
              <a:t> Defects on JIRA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1F4010E-5B71-31FC-8E41-57F604681DEE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/>
              <a:pPr>
                <a:spcAft>
                  <a:spcPts val="600"/>
                </a:spcAft>
              </a:pPr>
              <a:t>5</a:t>
            </a:fld>
            <a:endParaRPr lang="en-US" altLang="zh-C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1D59D9-3837-99CC-7DF8-A893E41D6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12" y="1060315"/>
            <a:ext cx="11574614" cy="51576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CEA698-D71D-E0B2-1641-86E401793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974" y="1060315"/>
            <a:ext cx="11776940" cy="526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84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1AF9C-780C-45DC-0B90-5AD8C8F41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CDE96482-3551-8583-97B2-A82CEC746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7592" y="221948"/>
            <a:ext cx="6528932" cy="946484"/>
          </a:xfrm>
        </p:spPr>
        <p:txBody>
          <a:bodyPr/>
          <a:lstStyle/>
          <a:p>
            <a:pPr algn="ctr"/>
            <a:r>
              <a:rPr lang="en-US" sz="2400" dirty="0"/>
              <a:t>Kanban Board on JIRA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2A64E3C-158E-4DB3-C551-96DE6B0203AE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/>
              <a:pPr>
                <a:spcAft>
                  <a:spcPts val="600"/>
                </a:spcAft>
              </a:pPr>
              <a:t>6</a:t>
            </a:fld>
            <a:endParaRPr lang="en-US" altLang="zh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18F7EB-4BDC-527D-2F3F-DBB02ADB0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11" y="978568"/>
            <a:ext cx="11101136" cy="537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719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021305"/>
            <a:ext cx="3801979" cy="1007796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16" name="Picture Placeholder 15" descr="People in an office discussing work over a laptop&#10;">
            <a:extLst>
              <a:ext uri="{FF2B5EF4-FFF2-40B4-BE49-F238E27FC236}">
                <a16:creationId xmlns:a16="http://schemas.microsoft.com/office/drawing/2014/main" id="{BCD5762E-DD49-42B3-9CA8-46A4AD7193E2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8" name="Picture Placeholder 17" descr="Layout of website design sketches on white paper">
            <a:extLst>
              <a:ext uri="{FF2B5EF4-FFF2-40B4-BE49-F238E27FC236}">
                <a16:creationId xmlns:a16="http://schemas.microsoft.com/office/drawing/2014/main" id="{1051CD21-1408-4D13-BF0B-0D7013AD2D0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28" name="Picture Placeholder 27" descr="Businesswoman reviewing sticky notes on a wall">
            <a:extLst>
              <a:ext uri="{FF2B5EF4-FFF2-40B4-BE49-F238E27FC236}">
                <a16:creationId xmlns:a16="http://schemas.microsoft.com/office/drawing/2014/main" id="{B746A775-E65C-70F6-9DB4-E51F7F2DAECE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06E34497-35A7-93B5-6AAE-9FA40A1BE90E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>
          <a:blip r:embed="rId6"/>
          <a:srcRect t="8677" b="8677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Light Presentation_win32_v5" id="{045A9B2F-7300-4673-816B-F1EB3C673B2C}" vid="{27F8BD87-6984-44CA-8D4F-354B20CB0C1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4CFA8B0-C7B8-4655-A378-2962C0479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0AD9BE2-6B3D-4616-B044-300A8177DEA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1035</TotalTime>
  <Words>67</Words>
  <Application>Microsoft Office PowerPoint</Application>
  <PresentationFormat>Widescreen</PresentationFormat>
  <Paragraphs>22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等线</vt:lpstr>
      <vt:lpstr>Abadi</vt:lpstr>
      <vt:lpstr>Arial</vt:lpstr>
      <vt:lpstr>Calibri</vt:lpstr>
      <vt:lpstr>Posterama Text Black</vt:lpstr>
      <vt:lpstr>Posterama Text SemiBold</vt:lpstr>
      <vt:lpstr>Custom​​</vt:lpstr>
      <vt:lpstr> WE-POS Jira Presentation </vt:lpstr>
      <vt:lpstr>JIRA The project site on the Atlassian Jira application is named as “WE-POS” a team-managed project on JIRA. </vt:lpstr>
      <vt:lpstr>Epics and User Stories on JIRA</vt:lpstr>
      <vt:lpstr> User Stories on JIRA</vt:lpstr>
      <vt:lpstr> Defects on JIRA</vt:lpstr>
      <vt:lpstr>Kanban Board on JIRA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Dinesh Reddy</dc:creator>
  <cp:lastModifiedBy>Sai Dinesh Reddy</cp:lastModifiedBy>
  <cp:revision>1</cp:revision>
  <dcterms:created xsi:type="dcterms:W3CDTF">2025-10-27T23:04:08Z</dcterms:created>
  <dcterms:modified xsi:type="dcterms:W3CDTF">2025-10-28T16:19:51Z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