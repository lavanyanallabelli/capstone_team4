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EF62-01EC-67A6-43B0-7EE775B8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BD15-23E2-DD26-7484-56FABD6AB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DA7D-F9BB-93E2-2C93-B56B0555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0F0DA-DB15-3AB1-FBAA-9D9C8432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01F9-AEFD-B8D5-FA67-DACE1B5A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4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B7D2-5F6B-061C-B189-8C8425AA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BA5E0-2ACF-58AC-CF69-D87BA804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7BA1C-68C7-60B5-5D66-87EDBA5E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EFC8-8ACE-FA0E-EEFD-48E1E841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D310-7341-E68B-1505-2609A381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E321-7D89-63DD-BA46-B2F22201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E8B5F-18D0-3540-B23E-CEB5B9C69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E11D-D888-D010-1E9E-07AA37DF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08D8-4519-657B-00D1-3FFB597E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060E0-92B9-1B09-82BF-00ECE038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4AF9-0C0B-6A15-4200-98BB2CFF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7FA9-6BF8-796B-740B-11FBC9EB8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CC1CB-EB76-D4DC-29C0-4D10F32E1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13A5D-C733-45D1-E071-A8FE43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9244A-3ABB-C5EA-0CFD-B158E3B3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4FA9E-115B-C070-1B3B-C99C2D2C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2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C944-4DA0-6D3E-BA34-D568036D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973C7-E58E-9F05-099A-343F35257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E86-4103-7BBE-7412-E7D5BCE0B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2AB24-8A55-849F-214E-458871214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3D944-885C-CB25-AEBD-0AD6F29BB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48316-DB6B-EE7E-8431-C20FC084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9FE31-5476-66D0-9E9B-1DD30A6F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DAA07-0D7B-1952-5854-51E6095D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8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6E52-FA0B-DF4C-A133-72E9F29B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5980E-3409-50D0-AB12-4021F4FC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9E1B3-CAF5-489B-425C-0BA32AE8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66837-C35D-2E30-CF59-586B16FF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38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13F46-327B-F9E4-9290-BC782ACB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8C60C-2A7D-EE4F-719B-A558BCD8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00162-9613-A3B1-9994-5EF42777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7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390F-7E7A-0128-F8C8-98DC838F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242BF-7171-94C7-EABE-5F43038B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6E741-204D-3FE0-E3D0-5EDE4ED47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77E92-DBD3-2746-42AA-50092091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2AB3F-4004-9140-C094-B70CF92A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F102F-74B6-9D72-3E7B-78E94C0D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7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2E45-791E-BF6E-1E51-336C09A3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69799-851E-CF22-4E5C-727EE8029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39495-ACA0-0745-55DE-EAA69A60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F1B4F-FCA4-3124-1847-50E5C025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2DC38-F583-DA7A-0BA4-D3BD3009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27BB2-F179-B186-4F61-7A873C19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7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56-D788-B54F-7D51-A4BBA5D2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7A9AB-12E1-C07C-67E4-C74FD410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E4A1-E03C-65B9-B71D-676F4BE6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19975-845E-423E-BB8F-B6E66A16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82D5-BEB7-19CE-4AE6-1D45350D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5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519FE-AF7D-2CB9-A395-AD9F55CA9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6DC89-E7CF-C998-4B17-34C8A366E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953F-61C4-CC02-C00F-134E01D9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777B6-339A-01C6-E948-BC98D94A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A5E2-68F0-B1AE-DB16-FA9C4C89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3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6C870-23A8-B95D-AD6D-B71F01CE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F5D78-3A72-2E5C-C227-ED887AC3D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9A396-E055-0269-7021-98B07B91B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22761-4620-0341-9E5F-7D0ED0EC4E4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C2F6B-81BB-A2BC-072B-8540C8CCB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01368-4204-1B87-58FB-7202C6B2B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5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09164DB-CC2E-D748-9657-A0E29538946D}"/>
              </a:ext>
            </a:extLst>
          </p:cNvPr>
          <p:cNvSpPr/>
          <p:nvPr/>
        </p:nvSpPr>
        <p:spPr>
          <a:xfrm>
            <a:off x="1330501" y="1235739"/>
            <a:ext cx="1833646" cy="772308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up / Register (01.01)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358E085-EF9E-7742-B800-32BA98CFBA07}"/>
              </a:ext>
            </a:extLst>
          </p:cNvPr>
          <p:cNvSpPr/>
          <p:nvPr/>
        </p:nvSpPr>
        <p:spPr>
          <a:xfrm>
            <a:off x="9129134" y="3578871"/>
            <a:ext cx="1833645" cy="94969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Homepage / Dashboard (Role-Based)</a:t>
            </a:r>
          </a:p>
        </p:txBody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B29C0B49-4125-A24A-A0DA-D9A08702C051}"/>
              </a:ext>
            </a:extLst>
          </p:cNvPr>
          <p:cNvSpPr txBox="1"/>
          <p:nvPr/>
        </p:nvSpPr>
        <p:spPr>
          <a:xfrm>
            <a:off x="112741" y="4528561"/>
            <a:ext cx="916824" cy="540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(Admin/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4" name="Graphic 78" descr="Man with solid fill">
            <a:extLst>
              <a:ext uri="{FF2B5EF4-FFF2-40B4-BE49-F238E27FC236}">
                <a16:creationId xmlns:a16="http://schemas.microsoft.com/office/drawing/2014/main" id="{5812034B-86D4-60F2-0CA2-2944F1DA9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5530" y="3523069"/>
            <a:ext cx="916823" cy="94969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8AAC5EC-51EE-2B4A-960A-A98ED0E79D3F}"/>
              </a:ext>
            </a:extLst>
          </p:cNvPr>
          <p:cNvSpPr/>
          <p:nvPr/>
        </p:nvSpPr>
        <p:spPr>
          <a:xfrm>
            <a:off x="3628162" y="3997914"/>
            <a:ext cx="1836069" cy="94969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C8E59401-2830-9645-B959-32ED13A1C5FC}"/>
              </a:ext>
            </a:extLst>
          </p:cNvPr>
          <p:cNvSpPr txBox="1"/>
          <p:nvPr/>
        </p:nvSpPr>
        <p:spPr>
          <a:xfrm flipH="1">
            <a:off x="4524035" y="4962126"/>
            <a:ext cx="1512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Login Data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114CEA4-3C05-5C1B-364F-276CEFDDDFA8}"/>
              </a:ext>
            </a:extLst>
          </p:cNvPr>
          <p:cNvSpPr txBox="1"/>
          <p:nvPr/>
        </p:nvSpPr>
        <p:spPr>
          <a:xfrm>
            <a:off x="2358951" y="403995"/>
            <a:ext cx="86038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WePOS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lang="en-US" sz="32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861334DA-9500-6982-A12C-A044F8C32087}"/>
              </a:ext>
            </a:extLst>
          </p:cNvPr>
          <p:cNvSpPr txBox="1"/>
          <p:nvPr/>
        </p:nvSpPr>
        <p:spPr>
          <a:xfrm>
            <a:off x="356731" y="1872993"/>
            <a:ext cx="1100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</a:t>
            </a:r>
          </a:p>
        </p:txBody>
      </p:sp>
      <p:sp>
        <p:nvSpPr>
          <p:cNvPr id="4" name="TextBox 37">
            <a:extLst>
              <a:ext uri="{FF2B5EF4-FFF2-40B4-BE49-F238E27FC236}">
                <a16:creationId xmlns:a16="http://schemas.microsoft.com/office/drawing/2014/main" id="{1366A553-19BA-F6A7-8FE0-3CB5EE1306F5}"/>
              </a:ext>
            </a:extLst>
          </p:cNvPr>
          <p:cNvSpPr txBox="1"/>
          <p:nvPr/>
        </p:nvSpPr>
        <p:spPr>
          <a:xfrm>
            <a:off x="6305706" y="4110981"/>
            <a:ext cx="1651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Data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B05808-225B-57B0-8F91-B595E34D70F0}"/>
              </a:ext>
            </a:extLst>
          </p:cNvPr>
          <p:cNvSpPr/>
          <p:nvPr/>
        </p:nvSpPr>
        <p:spPr>
          <a:xfrm>
            <a:off x="3748456" y="5591963"/>
            <a:ext cx="1595480" cy="9496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/ Login (01.02)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E5E4650-34EF-1BBA-2A0D-836949FE7F1D}"/>
              </a:ext>
            </a:extLst>
          </p:cNvPr>
          <p:cNvCxnSpPr>
            <a:stCxn id="34" idx="0"/>
            <a:endCxn id="27" idx="1"/>
          </p:cNvCxnSpPr>
          <p:nvPr/>
        </p:nvCxnSpPr>
        <p:spPr>
          <a:xfrm rot="5400000" flipH="1" flipV="1">
            <a:off x="-73897" y="2118672"/>
            <a:ext cx="1901176" cy="9076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37">
            <a:extLst>
              <a:ext uri="{FF2B5EF4-FFF2-40B4-BE49-F238E27FC236}">
                <a16:creationId xmlns:a16="http://schemas.microsoft.com/office/drawing/2014/main" id="{6A95385F-01BA-252F-1DB0-137A519FEFA9}"/>
              </a:ext>
            </a:extLst>
          </p:cNvPr>
          <p:cNvSpPr txBox="1"/>
          <p:nvPr/>
        </p:nvSpPr>
        <p:spPr>
          <a:xfrm>
            <a:off x="1429836" y="5403985"/>
            <a:ext cx="12839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Data (Unique Email / Strong Pw)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08B456-8871-0497-ADA2-1005904DE71C}"/>
              </a:ext>
            </a:extLst>
          </p:cNvPr>
          <p:cNvSpPr txBox="1"/>
          <p:nvPr/>
        </p:nvSpPr>
        <p:spPr>
          <a:xfrm>
            <a:off x="1481812" y="3661806"/>
            <a:ext cx="9897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Request (Verified Email)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A54A1958-9D91-EF23-EBD9-469FF109D4F5}"/>
              </a:ext>
            </a:extLst>
          </p:cNvPr>
          <p:cNvCxnSpPr>
            <a:cxnSpLocks/>
            <a:stCxn id="32" idx="2"/>
            <a:endCxn id="10" idx="1"/>
          </p:cNvCxnSpPr>
          <p:nvPr/>
        </p:nvCxnSpPr>
        <p:spPr>
          <a:xfrm rot="16200000" flipH="1">
            <a:off x="1661040" y="3979392"/>
            <a:ext cx="997528" cy="3177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7A96740-34F3-8E72-693B-705C73C89C92}"/>
              </a:ext>
            </a:extLst>
          </p:cNvPr>
          <p:cNvCxnSpPr>
            <a:stCxn id="10" idx="0"/>
            <a:endCxn id="42" idx="2"/>
          </p:cNvCxnSpPr>
          <p:nvPr/>
        </p:nvCxnSpPr>
        <p:spPr>
          <a:xfrm flipV="1">
            <a:off x="4546196" y="4947604"/>
            <a:ext cx="1" cy="644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ounded Rectangle 41">
            <a:extLst>
              <a:ext uri="{FF2B5EF4-FFF2-40B4-BE49-F238E27FC236}">
                <a16:creationId xmlns:a16="http://schemas.microsoft.com/office/drawing/2014/main" id="{B208932F-7192-69A6-590F-94605C96FE42}"/>
              </a:ext>
            </a:extLst>
          </p:cNvPr>
          <p:cNvSpPr/>
          <p:nvPr/>
        </p:nvSpPr>
        <p:spPr>
          <a:xfrm>
            <a:off x="5545736" y="1780172"/>
            <a:ext cx="1836069" cy="94969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 (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Notifs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01.07)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DAF1854-0562-7D89-BC4E-079CC749BA67}"/>
              </a:ext>
            </a:extLst>
          </p:cNvPr>
          <p:cNvSpPr/>
          <p:nvPr/>
        </p:nvSpPr>
        <p:spPr>
          <a:xfrm>
            <a:off x="7699455" y="1535514"/>
            <a:ext cx="1934334" cy="94969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Profile (01.05)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3DC744F-C3A5-2A4E-475D-5B1F6228C34E}"/>
              </a:ext>
            </a:extLst>
          </p:cNvPr>
          <p:cNvSpPr/>
          <p:nvPr/>
        </p:nvSpPr>
        <p:spPr>
          <a:xfrm>
            <a:off x="10045957" y="5771966"/>
            <a:ext cx="1595480" cy="76968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Out (01.03)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215567-1A3F-8BA3-84F4-B81D02CA49F7}"/>
              </a:ext>
            </a:extLst>
          </p:cNvPr>
          <p:cNvSpPr/>
          <p:nvPr/>
        </p:nvSpPr>
        <p:spPr>
          <a:xfrm>
            <a:off x="10050646" y="1535514"/>
            <a:ext cx="1833645" cy="8967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Account (01.06)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3C6CBB0E-6417-FB77-B634-FB12673C2174}"/>
              </a:ext>
            </a:extLst>
          </p:cNvPr>
          <p:cNvCxnSpPr>
            <a:cxnSpLocks/>
            <a:stCxn id="29" idx="0"/>
            <a:endCxn id="84" idx="4"/>
          </p:cNvCxnSpPr>
          <p:nvPr/>
        </p:nvCxnSpPr>
        <p:spPr>
          <a:xfrm rot="16200000" flipV="1">
            <a:off x="8809457" y="2342370"/>
            <a:ext cx="1093666" cy="1379335"/>
          </a:xfrm>
          <a:prstGeom prst="bentConnector3">
            <a:avLst>
              <a:gd name="adj1" fmla="val 529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3F35EA3D-75D8-FCD3-E8DE-4410BE8A4A6E}"/>
              </a:ext>
            </a:extLst>
          </p:cNvPr>
          <p:cNvCxnSpPr>
            <a:cxnSpLocks/>
            <a:stCxn id="29" idx="0"/>
            <a:endCxn id="89" idx="4"/>
          </p:cNvCxnSpPr>
          <p:nvPr/>
        </p:nvCxnSpPr>
        <p:spPr>
          <a:xfrm rot="5400000" flipH="1" flipV="1">
            <a:off x="9933399" y="2544801"/>
            <a:ext cx="1146629" cy="921512"/>
          </a:xfrm>
          <a:prstGeom prst="bentConnector3">
            <a:avLst>
              <a:gd name="adj1" fmla="val 499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37">
            <a:extLst>
              <a:ext uri="{FF2B5EF4-FFF2-40B4-BE49-F238E27FC236}">
                <a16:creationId xmlns:a16="http://schemas.microsoft.com/office/drawing/2014/main" id="{E798F5A7-651B-D83D-F76D-87BF88ED8333}"/>
              </a:ext>
            </a:extLst>
          </p:cNvPr>
          <p:cNvSpPr txBox="1"/>
          <p:nvPr/>
        </p:nvSpPr>
        <p:spPr>
          <a:xfrm>
            <a:off x="8435566" y="3046330"/>
            <a:ext cx="1651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Request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Auth'd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37">
            <a:extLst>
              <a:ext uri="{FF2B5EF4-FFF2-40B4-BE49-F238E27FC236}">
                <a16:creationId xmlns:a16="http://schemas.microsoft.com/office/drawing/2014/main" id="{0F382AAC-7820-7824-FC5F-8CE3776DD621}"/>
              </a:ext>
            </a:extLst>
          </p:cNvPr>
          <p:cNvSpPr txBox="1"/>
          <p:nvPr/>
        </p:nvSpPr>
        <p:spPr>
          <a:xfrm>
            <a:off x="10232811" y="2982262"/>
            <a:ext cx="1651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Request (Verified / No Active Orders)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14AF26A0-A693-1F60-0D39-7472D8E1AE3A}"/>
              </a:ext>
            </a:extLst>
          </p:cNvPr>
          <p:cNvCxnSpPr>
            <a:cxnSpLocks/>
            <a:stCxn id="29" idx="2"/>
            <a:endCxn id="85" idx="0"/>
          </p:cNvCxnSpPr>
          <p:nvPr/>
        </p:nvCxnSpPr>
        <p:spPr>
          <a:xfrm rot="16200000" flipH="1">
            <a:off x="9823125" y="4751393"/>
            <a:ext cx="1243405" cy="797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37">
            <a:extLst>
              <a:ext uri="{FF2B5EF4-FFF2-40B4-BE49-F238E27FC236}">
                <a16:creationId xmlns:a16="http://schemas.microsoft.com/office/drawing/2014/main" id="{E6CEFFE1-6BF2-2C48-BE04-CB1E63299102}"/>
              </a:ext>
            </a:extLst>
          </p:cNvPr>
          <p:cNvSpPr txBox="1"/>
          <p:nvPr/>
        </p:nvSpPr>
        <p:spPr>
          <a:xfrm>
            <a:off x="10137039" y="4746682"/>
            <a:ext cx="1651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Out request  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12843681-8C8D-E084-4558-D10352325067}"/>
              </a:ext>
            </a:extLst>
          </p:cNvPr>
          <p:cNvSpPr/>
          <p:nvPr/>
        </p:nvSpPr>
        <p:spPr>
          <a:xfrm>
            <a:off x="2197162" y="3060863"/>
            <a:ext cx="2023169" cy="772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 (01.04)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74F085A1-D8A1-D9A5-D213-B4C8852BB087}"/>
              </a:ext>
            </a:extLst>
          </p:cNvPr>
          <p:cNvCxnSpPr>
            <a:stCxn id="111" idx="3"/>
            <a:endCxn id="78" idx="2"/>
          </p:cNvCxnSpPr>
          <p:nvPr/>
        </p:nvCxnSpPr>
        <p:spPr>
          <a:xfrm flipV="1">
            <a:off x="4220331" y="2729862"/>
            <a:ext cx="2243440" cy="7171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4BF6B38F-CF03-7A15-BE54-442DB3F10800}"/>
              </a:ext>
            </a:extLst>
          </p:cNvPr>
          <p:cNvCxnSpPr>
            <a:cxnSpLocks/>
            <a:endCxn id="111" idx="1"/>
          </p:cNvCxnSpPr>
          <p:nvPr/>
        </p:nvCxnSpPr>
        <p:spPr>
          <a:xfrm flipV="1">
            <a:off x="782869" y="3447017"/>
            <a:ext cx="1414293" cy="9975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34EFC66-443F-DDC6-5046-2100CF718688}"/>
              </a:ext>
            </a:extLst>
          </p:cNvPr>
          <p:cNvSpPr txBox="1"/>
          <p:nvPr/>
        </p:nvSpPr>
        <p:spPr>
          <a:xfrm>
            <a:off x="3630584" y="1129823"/>
            <a:ext cx="2465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(Opt-in Confirm)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0056A67-2197-1CC6-719E-4C06CD4372CF}"/>
              </a:ext>
            </a:extLst>
          </p:cNvPr>
          <p:cNvSpPr txBox="1"/>
          <p:nvPr/>
        </p:nvSpPr>
        <p:spPr>
          <a:xfrm>
            <a:off x="4434280" y="3168512"/>
            <a:ext cx="1833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Notification</a:t>
            </a:r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E01D55C5-9C8B-70EF-6462-1571B7EDA623}"/>
              </a:ext>
            </a:extLst>
          </p:cNvPr>
          <p:cNvCxnSpPr>
            <a:cxnSpLocks/>
            <a:stCxn id="27" idx="3"/>
            <a:endCxn id="78" idx="0"/>
          </p:cNvCxnSpPr>
          <p:nvPr/>
        </p:nvCxnSpPr>
        <p:spPr>
          <a:xfrm>
            <a:off x="3164147" y="1621893"/>
            <a:ext cx="3299624" cy="15827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DD63A9B2-B6AD-09A2-E2EE-B913B10053CC}"/>
              </a:ext>
            </a:extLst>
          </p:cNvPr>
          <p:cNvCxnSpPr>
            <a:cxnSpLocks/>
            <a:stCxn id="78" idx="1"/>
          </p:cNvCxnSpPr>
          <p:nvPr/>
        </p:nvCxnSpPr>
        <p:spPr>
          <a:xfrm rot="10800000" flipV="1">
            <a:off x="778178" y="2255016"/>
            <a:ext cx="4767558" cy="1629185"/>
          </a:xfrm>
          <a:prstGeom prst="bentConnector3">
            <a:avLst>
              <a:gd name="adj1" fmla="val 90715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B36B4314-2FC4-A109-FB3E-6C2D8B011AD6}"/>
              </a:ext>
            </a:extLst>
          </p:cNvPr>
          <p:cNvCxnSpPr>
            <a:cxnSpLocks/>
            <a:stCxn id="42" idx="3"/>
            <a:endCxn id="29" idx="1"/>
          </p:cNvCxnSpPr>
          <p:nvPr/>
        </p:nvCxnSpPr>
        <p:spPr>
          <a:xfrm flipV="1">
            <a:off x="5464231" y="4053716"/>
            <a:ext cx="3664903" cy="419043"/>
          </a:xfrm>
          <a:prstGeom prst="bentConnector3">
            <a:avLst>
              <a:gd name="adj1" fmla="val 7101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C16E447-B4DC-A909-53E9-3DF74B311988}"/>
              </a:ext>
            </a:extLst>
          </p:cNvPr>
          <p:cNvSpPr txBox="1"/>
          <p:nvPr/>
        </p:nvSpPr>
        <p:spPr>
          <a:xfrm>
            <a:off x="2591497" y="2003619"/>
            <a:ext cx="2803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Exception: Invalid Email / Opt-out</a:t>
            </a:r>
          </a:p>
        </p:txBody>
      </p:sp>
    </p:spTree>
    <p:extLst>
      <p:ext uri="{BB962C8B-B14F-4D97-AF65-F5344CB8AC3E}">
        <p14:creationId xmlns:p14="http://schemas.microsoft.com/office/powerpoint/2010/main" val="349249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Paliashchuk, Aliaksandra</dc:creator>
  <cp:lastModifiedBy>ADMIN</cp:lastModifiedBy>
  <cp:revision>5</cp:revision>
  <dcterms:created xsi:type="dcterms:W3CDTF">2022-11-12T20:30:24Z</dcterms:created>
  <dcterms:modified xsi:type="dcterms:W3CDTF">2025-10-24T10:29:23Z</dcterms:modified>
</cp:coreProperties>
</file>