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4" autoAdjust="0"/>
    <p:restoredTop sz="94660"/>
  </p:normalViewPr>
  <p:slideViewPr>
    <p:cSldViewPr snapToGrid="0">
      <p:cViewPr varScale="1">
        <p:scale>
          <a:sx n="44" d="100"/>
          <a:sy n="44" d="100"/>
        </p:scale>
        <p:origin x="54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E4CE-EFDE-6AB8-72FC-C6DEDF2FF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1FDA9-AD40-3BC0-D1D3-2659000C8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F6F88-1595-EBDB-7111-C7270B26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760E-E213-7F2E-539B-F4C5678D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F14A-0A4F-4EC3-5C3C-6545F460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5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F48E-7F78-B281-3408-D3363D19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524AC-B52F-E6BC-0C31-A69DE6A18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97B84-4385-2F2E-D103-AFD19144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5D413-C11B-D88D-7BAA-F2304ED2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80E2B-FFD8-B53C-B371-27E802BB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5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F063-45A4-4FB6-A36C-37AC3E62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B1983-9B38-864C-850C-FBA6510FC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490E3-1E7C-F315-14DE-4F5E0B036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F687D-9725-9878-5A66-625AC88B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CCF7-D3AD-817E-7BDC-DD593B94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91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EF59-CB4F-31B9-C75E-9DCEB79C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63B26-4D58-07BE-EE7F-12F317894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D079A-36B5-F4C8-5928-3B2E3F609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2D5F0-743E-B507-E52A-D7540C36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ECB5F-C67D-4DA3-2D6E-16DAD1FB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E8356-5306-CA5F-53E1-152A9713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20A12-5483-1A73-0758-36BDEE81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48F55-3391-9175-0FEE-F337A9705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5DED6-A427-BE06-7A72-ABD97F8F3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40996-442A-F93A-EA53-13D4987A7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FBEC1-2345-FB1B-EFE9-D0238C32F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896115-4DDA-35AC-D14C-A347525D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D70F7-0EA9-D39D-D815-DECEC0A6E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F5022-61EA-B7DF-1AFC-7B3553D3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31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92B1-670A-F9DB-C4A0-D4CA6756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31BF7-5C64-13CF-6D80-D41351C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16F74-9E8C-977B-3093-714A9EE5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3A82F-2296-71C5-7CD7-025A8185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8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0DDB8-CE39-247E-5078-24802F3D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974E2-7C15-B767-45C7-FFF9B576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5A88B-4286-C75B-634B-E1AC2723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1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F0B3-6831-2B9A-E909-B77B8880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7B47-54F9-7AF6-43CA-3B5F60459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B0232-F2A7-2A62-F662-AFC2A23D9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35C5D-2E4F-7399-CB00-C132A490B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CA7BD-1EE5-8AAF-95F8-3299B60B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CAA48-5F6E-33CF-B727-3C99CFEB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47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6645-0B4F-49C4-4A44-42A1F143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49A8-557B-DD39-47BB-E959FE3BE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4149E-9035-8929-4D5F-8BDDA4E55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AB437-29E6-7C09-4F99-B6505C4F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9F561-2347-E84E-3E3C-E39CE057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E802A-B406-1C64-113C-909C3910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8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B1FA-02DB-91EC-8BC7-4C0F484B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A0489-C6E7-8473-B747-E215A4834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DAEA3-640C-7B57-8381-BBD5F560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64C01-9127-F682-66B9-1D668B46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92380-97A4-2147-6F43-E98628E6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5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594B9-AE9C-4FD1-0B0F-21FD4F567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7A480-6E40-9849-FA81-23A4D603F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5E7C-BF57-CB3C-4C6C-D270F49F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341EF-92E6-0C12-9F63-C77D2B6B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3FEB-65D7-D859-0986-84B5CBC4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4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2980C-F35A-C884-3B59-E95D0961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A664C-E5EB-AC14-F4DC-2B918EE87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FE1D8-0D98-6CFF-A0ED-DA3A10E84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CB3B2-61A4-4A98-9272-0FCF01D6DBE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11537-E0AC-A6D9-0ED9-B8BE9A26F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381F6-06EB-EA7B-61A5-11B0FF942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401CE-7D96-46C8-890B-4001EF868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4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00A71-68B9-1CBD-07A3-1A02376C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93BD1-BAAF-071E-A820-483E05109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8" y="0"/>
            <a:ext cx="11760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9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</cp:revision>
  <dcterms:created xsi:type="dcterms:W3CDTF">2025-10-24T20:02:39Z</dcterms:created>
  <dcterms:modified xsi:type="dcterms:W3CDTF">2025-10-27T17:13:31Z</dcterms:modified>
</cp:coreProperties>
</file>